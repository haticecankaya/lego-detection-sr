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9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9D577-403E-431E-A709-F51DF129B04A}" v="14" dt="2025-12-30T09:44:14"/>
    <p1510:client id="{D8F0DFF1-A30E-4D70-AAFC-E4D6B3CADDEC}" v="7" dt="2025-12-30T07:44:03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tice �ANKAYA" userId="1d38e0a5-8799-4707-8106-1bec9d8fb5e0" providerId="ADAL" clId="{ECEDE998-C69B-48CB-800C-D1B48D694877}"/>
    <pc:docChg chg="custSel addSld delSld modSld">
      <pc:chgData name="Hatice �ANKAYA" userId="1d38e0a5-8799-4707-8106-1bec9d8fb5e0" providerId="ADAL" clId="{ECEDE998-C69B-48CB-800C-D1B48D694877}" dt="2025-12-30T09:44:19.516" v="161" actId="14100"/>
      <pc:docMkLst>
        <pc:docMk/>
      </pc:docMkLst>
      <pc:sldChg chg="modSp mod">
        <pc:chgData name="Hatice �ANKAYA" userId="1d38e0a5-8799-4707-8106-1bec9d8fb5e0" providerId="ADAL" clId="{ECEDE998-C69B-48CB-800C-D1B48D694877}" dt="2025-12-30T09:39:45.844" v="108" actId="20577"/>
        <pc:sldMkLst>
          <pc:docMk/>
          <pc:sldMk cId="1266423318" sldId="256"/>
        </pc:sldMkLst>
        <pc:spChg chg="mod">
          <ac:chgData name="Hatice �ANKAYA" userId="1d38e0a5-8799-4707-8106-1bec9d8fb5e0" providerId="ADAL" clId="{ECEDE998-C69B-48CB-800C-D1B48D694877}" dt="2025-12-30T09:39:30.812" v="79" actId="20577"/>
          <ac:spMkLst>
            <pc:docMk/>
            <pc:sldMk cId="1266423318" sldId="256"/>
            <ac:spMk id="2" creationId="{F58A5752-E380-6311-9532-D2550237D158}"/>
          </ac:spMkLst>
        </pc:spChg>
        <pc:spChg chg="mod">
          <ac:chgData name="Hatice �ANKAYA" userId="1d38e0a5-8799-4707-8106-1bec9d8fb5e0" providerId="ADAL" clId="{ECEDE998-C69B-48CB-800C-D1B48D694877}" dt="2025-12-30T09:39:45.844" v="108" actId="20577"/>
          <ac:spMkLst>
            <pc:docMk/>
            <pc:sldMk cId="1266423318" sldId="256"/>
            <ac:spMk id="3" creationId="{6DFD6CDB-3C76-A93B-5833-B02B77B09A5B}"/>
          </ac:spMkLst>
        </pc:spChg>
      </pc:sldChg>
      <pc:sldChg chg="modSp del mod">
        <pc:chgData name="Hatice �ANKAYA" userId="1d38e0a5-8799-4707-8106-1bec9d8fb5e0" providerId="ADAL" clId="{ECEDE998-C69B-48CB-800C-D1B48D694877}" dt="2025-12-30T07:40:35.928" v="3" actId="47"/>
        <pc:sldMkLst>
          <pc:docMk/>
          <pc:sldMk cId="41807054" sldId="257"/>
        </pc:sldMkLst>
        <pc:spChg chg="mod">
          <ac:chgData name="Hatice �ANKAYA" userId="1d38e0a5-8799-4707-8106-1bec9d8fb5e0" providerId="ADAL" clId="{ECEDE998-C69B-48CB-800C-D1B48D694877}" dt="2025-12-30T07:39:47.502" v="2" actId="27636"/>
          <ac:spMkLst>
            <pc:docMk/>
            <pc:sldMk cId="41807054" sldId="257"/>
            <ac:spMk id="3" creationId="{501B3B55-194B-27C7-8902-5ABC669775B8}"/>
          </ac:spMkLst>
        </pc:spChg>
      </pc:sldChg>
      <pc:sldChg chg="del">
        <pc:chgData name="Hatice �ANKAYA" userId="1d38e0a5-8799-4707-8106-1bec9d8fb5e0" providerId="ADAL" clId="{ECEDE998-C69B-48CB-800C-D1B48D694877}" dt="2025-12-30T09:40:00.251" v="110" actId="47"/>
        <pc:sldMkLst>
          <pc:docMk/>
          <pc:sldMk cId="1967858369" sldId="258"/>
        </pc:sldMkLst>
      </pc:sldChg>
      <pc:sldChg chg="del">
        <pc:chgData name="Hatice �ANKAYA" userId="1d38e0a5-8799-4707-8106-1bec9d8fb5e0" providerId="ADAL" clId="{ECEDE998-C69B-48CB-800C-D1B48D694877}" dt="2025-12-30T09:40:00.454" v="111" actId="47"/>
        <pc:sldMkLst>
          <pc:docMk/>
          <pc:sldMk cId="3358100122" sldId="259"/>
        </pc:sldMkLst>
      </pc:sldChg>
      <pc:sldChg chg="del">
        <pc:chgData name="Hatice �ANKAYA" userId="1d38e0a5-8799-4707-8106-1bec9d8fb5e0" providerId="ADAL" clId="{ECEDE998-C69B-48CB-800C-D1B48D694877}" dt="2025-12-30T09:40:00.688" v="112" actId="47"/>
        <pc:sldMkLst>
          <pc:docMk/>
          <pc:sldMk cId="338143572" sldId="260"/>
        </pc:sldMkLst>
      </pc:sldChg>
      <pc:sldChg chg="del">
        <pc:chgData name="Hatice �ANKAYA" userId="1d38e0a5-8799-4707-8106-1bec9d8fb5e0" providerId="ADAL" clId="{ECEDE998-C69B-48CB-800C-D1B48D694877}" dt="2025-12-30T09:40:00.735" v="113" actId="47"/>
        <pc:sldMkLst>
          <pc:docMk/>
          <pc:sldMk cId="2121760813" sldId="261"/>
        </pc:sldMkLst>
      </pc:sldChg>
      <pc:sldChg chg="del">
        <pc:chgData name="Hatice �ANKAYA" userId="1d38e0a5-8799-4707-8106-1bec9d8fb5e0" providerId="ADAL" clId="{ECEDE998-C69B-48CB-800C-D1B48D694877}" dt="2025-12-30T09:40:00.907" v="114" actId="47"/>
        <pc:sldMkLst>
          <pc:docMk/>
          <pc:sldMk cId="842311347" sldId="262"/>
        </pc:sldMkLst>
      </pc:sldChg>
      <pc:sldChg chg="del">
        <pc:chgData name="Hatice �ANKAYA" userId="1d38e0a5-8799-4707-8106-1bec9d8fb5e0" providerId="ADAL" clId="{ECEDE998-C69B-48CB-800C-D1B48D694877}" dt="2025-12-30T09:40:01.016" v="115" actId="47"/>
        <pc:sldMkLst>
          <pc:docMk/>
          <pc:sldMk cId="554957219" sldId="263"/>
        </pc:sldMkLst>
      </pc:sldChg>
      <pc:sldChg chg="del">
        <pc:chgData name="Hatice �ANKAYA" userId="1d38e0a5-8799-4707-8106-1bec9d8fb5e0" providerId="ADAL" clId="{ECEDE998-C69B-48CB-800C-D1B48D694877}" dt="2025-12-30T09:40:03.283" v="122" actId="47"/>
        <pc:sldMkLst>
          <pc:docMk/>
          <pc:sldMk cId="3091843530" sldId="264"/>
        </pc:sldMkLst>
      </pc:sldChg>
      <pc:sldChg chg="addSp delSp modSp new del mod">
        <pc:chgData name="Hatice �ANKAYA" userId="1d38e0a5-8799-4707-8106-1bec9d8fb5e0" providerId="ADAL" clId="{ECEDE998-C69B-48CB-800C-D1B48D694877}" dt="2025-12-30T09:40:01.188" v="116" actId="47"/>
        <pc:sldMkLst>
          <pc:docMk/>
          <pc:sldMk cId="4138553718" sldId="265"/>
        </pc:sldMkLst>
        <pc:spChg chg="del">
          <ac:chgData name="Hatice �ANKAYA" userId="1d38e0a5-8799-4707-8106-1bec9d8fb5e0" providerId="ADAL" clId="{ECEDE998-C69B-48CB-800C-D1B48D694877}" dt="2025-12-30T07:41:05.178" v="5" actId="478"/>
          <ac:spMkLst>
            <pc:docMk/>
            <pc:sldMk cId="4138553718" sldId="265"/>
            <ac:spMk id="2" creationId="{F7725658-A5FA-EB87-9A67-FB81709C5DEA}"/>
          </ac:spMkLst>
        </pc:spChg>
        <pc:spChg chg="del">
          <ac:chgData name="Hatice �ANKAYA" userId="1d38e0a5-8799-4707-8106-1bec9d8fb5e0" providerId="ADAL" clId="{ECEDE998-C69B-48CB-800C-D1B48D694877}" dt="2025-12-30T07:41:08.335" v="6" actId="478"/>
          <ac:spMkLst>
            <pc:docMk/>
            <pc:sldMk cId="4138553718" sldId="265"/>
            <ac:spMk id="3" creationId="{F6CFA343-C8E4-F948-F9D1-108DE306796B}"/>
          </ac:spMkLst>
        </pc:spChg>
        <pc:picChg chg="add mod">
          <ac:chgData name="Hatice �ANKAYA" userId="1d38e0a5-8799-4707-8106-1bec9d8fb5e0" providerId="ADAL" clId="{ECEDE998-C69B-48CB-800C-D1B48D694877}" dt="2025-12-30T07:41:40.228" v="9" actId="14100"/>
          <ac:picMkLst>
            <pc:docMk/>
            <pc:sldMk cId="4138553718" sldId="265"/>
            <ac:picMk id="4" creationId="{ACB51E63-FC00-1866-BBC1-B2C5768C5CF3}"/>
          </ac:picMkLst>
        </pc:picChg>
      </pc:sldChg>
      <pc:sldChg chg="addSp delSp modSp new del mod">
        <pc:chgData name="Hatice �ANKAYA" userId="1d38e0a5-8799-4707-8106-1bec9d8fb5e0" providerId="ADAL" clId="{ECEDE998-C69B-48CB-800C-D1B48D694877}" dt="2025-12-30T09:40:01.344" v="117" actId="47"/>
        <pc:sldMkLst>
          <pc:docMk/>
          <pc:sldMk cId="1200457960" sldId="266"/>
        </pc:sldMkLst>
        <pc:spChg chg="del">
          <ac:chgData name="Hatice �ANKAYA" userId="1d38e0a5-8799-4707-8106-1bec9d8fb5e0" providerId="ADAL" clId="{ECEDE998-C69B-48CB-800C-D1B48D694877}" dt="2025-12-30T07:41:48.654" v="12" actId="478"/>
          <ac:spMkLst>
            <pc:docMk/>
            <pc:sldMk cId="1200457960" sldId="266"/>
            <ac:spMk id="2" creationId="{7EA0D64E-DAD8-5416-49C5-2EDA42843582}"/>
          </ac:spMkLst>
        </pc:spChg>
        <pc:spChg chg="del">
          <ac:chgData name="Hatice �ANKAYA" userId="1d38e0a5-8799-4707-8106-1bec9d8fb5e0" providerId="ADAL" clId="{ECEDE998-C69B-48CB-800C-D1B48D694877}" dt="2025-12-30T07:41:46.906" v="11" actId="478"/>
          <ac:spMkLst>
            <pc:docMk/>
            <pc:sldMk cId="1200457960" sldId="266"/>
            <ac:spMk id="3" creationId="{2A847E64-764C-586F-EFF7-3C270F1DE2EB}"/>
          </ac:spMkLst>
        </pc:spChg>
        <pc:picChg chg="add mod">
          <ac:chgData name="Hatice �ANKAYA" userId="1d38e0a5-8799-4707-8106-1bec9d8fb5e0" providerId="ADAL" clId="{ECEDE998-C69B-48CB-800C-D1B48D694877}" dt="2025-12-30T07:42:06.928" v="15" actId="14100"/>
          <ac:picMkLst>
            <pc:docMk/>
            <pc:sldMk cId="1200457960" sldId="266"/>
            <ac:picMk id="4" creationId="{D697D80E-7ABF-FE7E-D2E6-D281E5E0AFF3}"/>
          </ac:picMkLst>
        </pc:picChg>
      </pc:sldChg>
      <pc:sldChg chg="addSp delSp modSp new del mod">
        <pc:chgData name="Hatice �ANKAYA" userId="1d38e0a5-8799-4707-8106-1bec9d8fb5e0" providerId="ADAL" clId="{ECEDE998-C69B-48CB-800C-D1B48D694877}" dt="2025-12-30T09:40:01.485" v="118" actId="47"/>
        <pc:sldMkLst>
          <pc:docMk/>
          <pc:sldMk cId="680766799" sldId="267"/>
        </pc:sldMkLst>
        <pc:spChg chg="del">
          <ac:chgData name="Hatice �ANKAYA" userId="1d38e0a5-8799-4707-8106-1bec9d8fb5e0" providerId="ADAL" clId="{ECEDE998-C69B-48CB-800C-D1B48D694877}" dt="2025-12-30T07:42:13.209" v="17" actId="478"/>
          <ac:spMkLst>
            <pc:docMk/>
            <pc:sldMk cId="680766799" sldId="267"/>
            <ac:spMk id="2" creationId="{C973AC58-95EE-A898-97AA-B7B57906ACE0}"/>
          </ac:spMkLst>
        </pc:spChg>
        <pc:spChg chg="del">
          <ac:chgData name="Hatice �ANKAYA" userId="1d38e0a5-8799-4707-8106-1bec9d8fb5e0" providerId="ADAL" clId="{ECEDE998-C69B-48CB-800C-D1B48D694877}" dt="2025-12-30T07:42:14.600" v="18" actId="478"/>
          <ac:spMkLst>
            <pc:docMk/>
            <pc:sldMk cId="680766799" sldId="267"/>
            <ac:spMk id="3" creationId="{F820F824-097A-E826-1AD2-C1DAF7037A49}"/>
          </ac:spMkLst>
        </pc:spChg>
        <pc:picChg chg="add mod">
          <ac:chgData name="Hatice �ANKAYA" userId="1d38e0a5-8799-4707-8106-1bec9d8fb5e0" providerId="ADAL" clId="{ECEDE998-C69B-48CB-800C-D1B48D694877}" dt="2025-12-30T07:42:39.553" v="22" actId="14100"/>
          <ac:picMkLst>
            <pc:docMk/>
            <pc:sldMk cId="680766799" sldId="267"/>
            <ac:picMk id="4" creationId="{31892C3D-C490-CBBC-2F54-0EFCBF18AE6A}"/>
          </ac:picMkLst>
        </pc:picChg>
      </pc:sldChg>
      <pc:sldChg chg="addSp delSp modSp new del mod">
        <pc:chgData name="Hatice �ANKAYA" userId="1d38e0a5-8799-4707-8106-1bec9d8fb5e0" providerId="ADAL" clId="{ECEDE998-C69B-48CB-800C-D1B48D694877}" dt="2025-12-30T09:40:01.657" v="119" actId="47"/>
        <pc:sldMkLst>
          <pc:docMk/>
          <pc:sldMk cId="1226122801" sldId="268"/>
        </pc:sldMkLst>
        <pc:spChg chg="del">
          <ac:chgData name="Hatice �ANKAYA" userId="1d38e0a5-8799-4707-8106-1bec9d8fb5e0" providerId="ADAL" clId="{ECEDE998-C69B-48CB-800C-D1B48D694877}" dt="2025-12-30T07:42:49.851" v="24" actId="478"/>
          <ac:spMkLst>
            <pc:docMk/>
            <pc:sldMk cId="1226122801" sldId="268"/>
            <ac:spMk id="2" creationId="{7732309C-52BE-6E3A-0942-152AE567F395}"/>
          </ac:spMkLst>
        </pc:spChg>
        <pc:spChg chg="del">
          <ac:chgData name="Hatice �ANKAYA" userId="1d38e0a5-8799-4707-8106-1bec9d8fb5e0" providerId="ADAL" clId="{ECEDE998-C69B-48CB-800C-D1B48D694877}" dt="2025-12-30T07:42:51.444" v="25" actId="478"/>
          <ac:spMkLst>
            <pc:docMk/>
            <pc:sldMk cId="1226122801" sldId="268"/>
            <ac:spMk id="3" creationId="{01970EA2-BD0B-D2E6-724B-80B01ECA8B50}"/>
          </ac:spMkLst>
        </pc:spChg>
        <pc:picChg chg="add mod">
          <ac:chgData name="Hatice �ANKAYA" userId="1d38e0a5-8799-4707-8106-1bec9d8fb5e0" providerId="ADAL" clId="{ECEDE998-C69B-48CB-800C-D1B48D694877}" dt="2025-12-30T07:43:10.472" v="28" actId="14100"/>
          <ac:picMkLst>
            <pc:docMk/>
            <pc:sldMk cId="1226122801" sldId="268"/>
            <ac:picMk id="4" creationId="{86755DC1-C5B7-3E52-287C-4FEAE96539D5}"/>
          </ac:picMkLst>
        </pc:picChg>
      </pc:sldChg>
      <pc:sldChg chg="addSp modSp new del mod">
        <pc:chgData name="Hatice �ANKAYA" userId="1d38e0a5-8799-4707-8106-1bec9d8fb5e0" providerId="ADAL" clId="{ECEDE998-C69B-48CB-800C-D1B48D694877}" dt="2025-12-30T09:40:01.809" v="120" actId="47"/>
        <pc:sldMkLst>
          <pc:docMk/>
          <pc:sldMk cId="3250090143" sldId="269"/>
        </pc:sldMkLst>
        <pc:picChg chg="add mod">
          <ac:chgData name="Hatice �ANKAYA" userId="1d38e0a5-8799-4707-8106-1bec9d8fb5e0" providerId="ADAL" clId="{ECEDE998-C69B-48CB-800C-D1B48D694877}" dt="2025-12-30T07:43:39.990" v="32" actId="14100"/>
          <ac:picMkLst>
            <pc:docMk/>
            <pc:sldMk cId="3250090143" sldId="269"/>
            <ac:picMk id="4" creationId="{54F571FE-9761-BF16-F894-E253E14BCA7A}"/>
          </ac:picMkLst>
        </pc:picChg>
      </pc:sldChg>
      <pc:sldChg chg="addSp delSp modSp new del mod">
        <pc:chgData name="Hatice �ANKAYA" userId="1d38e0a5-8799-4707-8106-1bec9d8fb5e0" providerId="ADAL" clId="{ECEDE998-C69B-48CB-800C-D1B48D694877}" dt="2025-12-30T09:40:01.985" v="121" actId="47"/>
        <pc:sldMkLst>
          <pc:docMk/>
          <pc:sldMk cId="496927213" sldId="270"/>
        </pc:sldMkLst>
        <pc:spChg chg="del">
          <ac:chgData name="Hatice �ANKAYA" userId="1d38e0a5-8799-4707-8106-1bec9d8fb5e0" providerId="ADAL" clId="{ECEDE998-C69B-48CB-800C-D1B48D694877}" dt="2025-12-30T07:44:12.239" v="38" actId="478"/>
          <ac:spMkLst>
            <pc:docMk/>
            <pc:sldMk cId="496927213" sldId="270"/>
            <ac:spMk id="2" creationId="{AB8BED46-36E7-AF09-AF76-078DBB734A02}"/>
          </ac:spMkLst>
        </pc:spChg>
        <pc:spChg chg="del">
          <ac:chgData name="Hatice �ANKAYA" userId="1d38e0a5-8799-4707-8106-1bec9d8fb5e0" providerId="ADAL" clId="{ECEDE998-C69B-48CB-800C-D1B48D694877}" dt="2025-12-30T07:44:10.849" v="37" actId="478"/>
          <ac:spMkLst>
            <pc:docMk/>
            <pc:sldMk cId="496927213" sldId="270"/>
            <ac:spMk id="3" creationId="{CA900666-D8BC-F935-1FA9-916506F0F530}"/>
          </ac:spMkLst>
        </pc:spChg>
        <pc:picChg chg="add mod">
          <ac:chgData name="Hatice �ANKAYA" userId="1d38e0a5-8799-4707-8106-1bec9d8fb5e0" providerId="ADAL" clId="{ECEDE998-C69B-48CB-800C-D1B48D694877}" dt="2025-12-30T07:44:08.224" v="36" actId="14100"/>
          <ac:picMkLst>
            <pc:docMk/>
            <pc:sldMk cId="496927213" sldId="270"/>
            <ac:picMk id="4" creationId="{9866BF41-2B5F-95DB-4B90-7009BC33C073}"/>
          </ac:picMkLst>
        </pc:picChg>
      </pc:sldChg>
      <pc:sldChg chg="modSp new mod">
        <pc:chgData name="Hatice �ANKAYA" userId="1d38e0a5-8799-4707-8106-1bec9d8fb5e0" providerId="ADAL" clId="{ECEDE998-C69B-48CB-800C-D1B48D694877}" dt="2025-12-30T09:40:51.596" v="125" actId="5793"/>
        <pc:sldMkLst>
          <pc:docMk/>
          <pc:sldMk cId="2540654725" sldId="271"/>
        </pc:sldMkLst>
        <pc:spChg chg="mod">
          <ac:chgData name="Hatice �ANKAYA" userId="1d38e0a5-8799-4707-8106-1bec9d8fb5e0" providerId="ADAL" clId="{ECEDE998-C69B-48CB-800C-D1B48D694877}" dt="2025-12-30T09:40:30.074" v="123"/>
          <ac:spMkLst>
            <pc:docMk/>
            <pc:sldMk cId="2540654725" sldId="271"/>
            <ac:spMk id="2" creationId="{07D3DC5E-C591-59C0-D1E1-053F4393349B}"/>
          </ac:spMkLst>
        </pc:spChg>
        <pc:spChg chg="mod">
          <ac:chgData name="Hatice �ANKAYA" userId="1d38e0a5-8799-4707-8106-1bec9d8fb5e0" providerId="ADAL" clId="{ECEDE998-C69B-48CB-800C-D1B48D694877}" dt="2025-12-30T09:40:51.596" v="125" actId="5793"/>
          <ac:spMkLst>
            <pc:docMk/>
            <pc:sldMk cId="2540654725" sldId="271"/>
            <ac:spMk id="3" creationId="{72825F12-89AD-E9A6-3BAE-E666E7620995}"/>
          </ac:spMkLst>
        </pc:spChg>
      </pc:sldChg>
      <pc:sldChg chg="modSp new mod">
        <pc:chgData name="Hatice �ANKAYA" userId="1d38e0a5-8799-4707-8106-1bec9d8fb5e0" providerId="ADAL" clId="{ECEDE998-C69B-48CB-800C-D1B48D694877}" dt="2025-12-30T09:41:26.831" v="133" actId="20577"/>
        <pc:sldMkLst>
          <pc:docMk/>
          <pc:sldMk cId="1257193952" sldId="272"/>
        </pc:sldMkLst>
        <pc:spChg chg="mod">
          <ac:chgData name="Hatice �ANKAYA" userId="1d38e0a5-8799-4707-8106-1bec9d8fb5e0" providerId="ADAL" clId="{ECEDE998-C69B-48CB-800C-D1B48D694877}" dt="2025-12-30T09:41:13.237" v="129"/>
          <ac:spMkLst>
            <pc:docMk/>
            <pc:sldMk cId="1257193952" sldId="272"/>
            <ac:spMk id="2" creationId="{82C81B12-E7D9-D309-2C8B-A6D6AF530AF6}"/>
          </ac:spMkLst>
        </pc:spChg>
        <pc:spChg chg="mod">
          <ac:chgData name="Hatice �ANKAYA" userId="1d38e0a5-8799-4707-8106-1bec9d8fb5e0" providerId="ADAL" clId="{ECEDE998-C69B-48CB-800C-D1B48D694877}" dt="2025-12-30T09:41:26.831" v="133" actId="20577"/>
          <ac:spMkLst>
            <pc:docMk/>
            <pc:sldMk cId="1257193952" sldId="272"/>
            <ac:spMk id="3" creationId="{8211902B-798A-E7C1-1770-0A04BE6271F0}"/>
          </ac:spMkLst>
        </pc:spChg>
      </pc:sldChg>
      <pc:sldChg chg="modSp new mod">
        <pc:chgData name="Hatice �ANKAYA" userId="1d38e0a5-8799-4707-8106-1bec9d8fb5e0" providerId="ADAL" clId="{ECEDE998-C69B-48CB-800C-D1B48D694877}" dt="2025-12-30T09:41:55.403" v="142" actId="20577"/>
        <pc:sldMkLst>
          <pc:docMk/>
          <pc:sldMk cId="158485168" sldId="273"/>
        </pc:sldMkLst>
        <pc:spChg chg="mod">
          <ac:chgData name="Hatice �ANKAYA" userId="1d38e0a5-8799-4707-8106-1bec9d8fb5e0" providerId="ADAL" clId="{ECEDE998-C69B-48CB-800C-D1B48D694877}" dt="2025-12-30T09:41:47.763" v="139"/>
          <ac:spMkLst>
            <pc:docMk/>
            <pc:sldMk cId="158485168" sldId="273"/>
            <ac:spMk id="2" creationId="{4EB02CA9-7BC5-269B-6994-608B8219E25A}"/>
          </ac:spMkLst>
        </pc:spChg>
        <pc:spChg chg="mod">
          <ac:chgData name="Hatice �ANKAYA" userId="1d38e0a5-8799-4707-8106-1bec9d8fb5e0" providerId="ADAL" clId="{ECEDE998-C69B-48CB-800C-D1B48D694877}" dt="2025-12-30T09:41:55.403" v="142" actId="20577"/>
          <ac:spMkLst>
            <pc:docMk/>
            <pc:sldMk cId="158485168" sldId="273"/>
            <ac:spMk id="3" creationId="{7AACA10A-F9B1-ADCE-66F5-880971CE50EA}"/>
          </ac:spMkLst>
        </pc:spChg>
      </pc:sldChg>
      <pc:sldChg chg="modSp new mod">
        <pc:chgData name="Hatice �ANKAYA" userId="1d38e0a5-8799-4707-8106-1bec9d8fb5e0" providerId="ADAL" clId="{ECEDE998-C69B-48CB-800C-D1B48D694877}" dt="2025-12-30T09:42:46.081" v="152"/>
        <pc:sldMkLst>
          <pc:docMk/>
          <pc:sldMk cId="1208946067" sldId="274"/>
        </pc:sldMkLst>
        <pc:spChg chg="mod">
          <ac:chgData name="Hatice �ANKAYA" userId="1d38e0a5-8799-4707-8106-1bec9d8fb5e0" providerId="ADAL" clId="{ECEDE998-C69B-48CB-800C-D1B48D694877}" dt="2025-12-30T09:42:21.476" v="146"/>
          <ac:spMkLst>
            <pc:docMk/>
            <pc:sldMk cId="1208946067" sldId="274"/>
            <ac:spMk id="2" creationId="{E3048892-87DC-0F97-AB05-FEEC8A441DDB}"/>
          </ac:spMkLst>
        </pc:spChg>
        <pc:spChg chg="mod">
          <ac:chgData name="Hatice �ANKAYA" userId="1d38e0a5-8799-4707-8106-1bec9d8fb5e0" providerId="ADAL" clId="{ECEDE998-C69B-48CB-800C-D1B48D694877}" dt="2025-12-30T09:42:46.081" v="152"/>
          <ac:spMkLst>
            <pc:docMk/>
            <pc:sldMk cId="1208946067" sldId="274"/>
            <ac:spMk id="3" creationId="{CF8547B6-FB9E-8C4A-DEA0-BDC69825E767}"/>
          </ac:spMkLst>
        </pc:spChg>
      </pc:sldChg>
      <pc:sldChg chg="addSp modSp new mod">
        <pc:chgData name="Hatice �ANKAYA" userId="1d38e0a5-8799-4707-8106-1bec9d8fb5e0" providerId="ADAL" clId="{ECEDE998-C69B-48CB-800C-D1B48D694877}" dt="2025-12-30T09:44:19.516" v="161" actId="14100"/>
        <pc:sldMkLst>
          <pc:docMk/>
          <pc:sldMk cId="1805648014" sldId="275"/>
        </pc:sldMkLst>
        <pc:spChg chg="mod">
          <ac:chgData name="Hatice �ANKAYA" userId="1d38e0a5-8799-4707-8106-1bec9d8fb5e0" providerId="ADAL" clId="{ECEDE998-C69B-48CB-800C-D1B48D694877}" dt="2025-12-30T09:43:14.355" v="154"/>
          <ac:spMkLst>
            <pc:docMk/>
            <pc:sldMk cId="1805648014" sldId="275"/>
            <ac:spMk id="2" creationId="{F6A85BE7-F5EE-0842-B0B4-FD7DB77067EA}"/>
          </ac:spMkLst>
        </pc:spChg>
        <pc:picChg chg="add mod">
          <ac:chgData name="Hatice �ANKAYA" userId="1d38e0a5-8799-4707-8106-1bec9d8fb5e0" providerId="ADAL" clId="{ECEDE998-C69B-48CB-800C-D1B48D694877}" dt="2025-12-30T09:44:19.516" v="161" actId="14100"/>
          <ac:picMkLst>
            <pc:docMk/>
            <pc:sldMk cId="1805648014" sldId="275"/>
            <ac:picMk id="4" creationId="{51BE2CBD-943C-1740-F51E-BF34FB06CF13}"/>
          </ac:picMkLst>
        </pc:picChg>
      </pc:sldChg>
      <pc:sldChg chg="addSp delSp modSp new">
        <pc:chgData name="Hatice �ANKAYA" userId="1d38e0a5-8799-4707-8106-1bec9d8fb5e0" providerId="ADAL" clId="{ECEDE998-C69B-48CB-800C-D1B48D694877}" dt="2025-12-30T09:43:52.630" v="157"/>
        <pc:sldMkLst>
          <pc:docMk/>
          <pc:sldMk cId="1019746188" sldId="276"/>
        </pc:sldMkLst>
        <pc:spChg chg="mod">
          <ac:chgData name="Hatice �ANKAYA" userId="1d38e0a5-8799-4707-8106-1bec9d8fb5e0" providerId="ADAL" clId="{ECEDE998-C69B-48CB-800C-D1B48D694877}" dt="2025-12-30T09:43:40.189" v="156"/>
          <ac:spMkLst>
            <pc:docMk/>
            <pc:sldMk cId="1019746188" sldId="276"/>
            <ac:spMk id="2" creationId="{8E572916-C65A-F4AA-8549-5067789A08E7}"/>
          </ac:spMkLst>
        </pc:spChg>
        <pc:spChg chg="del">
          <ac:chgData name="Hatice �ANKAYA" userId="1d38e0a5-8799-4707-8106-1bec9d8fb5e0" providerId="ADAL" clId="{ECEDE998-C69B-48CB-800C-D1B48D694877}" dt="2025-12-30T09:43:52.630" v="157"/>
          <ac:spMkLst>
            <pc:docMk/>
            <pc:sldMk cId="1019746188" sldId="276"/>
            <ac:spMk id="3" creationId="{95AA72A3-14D3-A188-DE9B-DC630B2C6ADE}"/>
          </ac:spMkLst>
        </pc:spChg>
        <pc:picChg chg="add mod">
          <ac:chgData name="Hatice �ANKAYA" userId="1d38e0a5-8799-4707-8106-1bec9d8fb5e0" providerId="ADAL" clId="{ECEDE998-C69B-48CB-800C-D1B48D694877}" dt="2025-12-30T09:43:52.630" v="157"/>
          <ac:picMkLst>
            <pc:docMk/>
            <pc:sldMk cId="1019746188" sldId="276"/>
            <ac:picMk id="4" creationId="{98F9D913-7A2F-2B6C-0C49-5D2B04B102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DBFA1-8BA8-400E-9605-FA0168389B8E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9415-DB0E-4F92-A0FE-F974458A4DB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190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Saygıdeğer hocam ve arkadaşlar, bugün sizlere geliştirdiğim 'Otomatik Zafiyet Yönetimi' projesini sunacağım. Bu proje, siber güvenlik operasyonlarında en çok zaman alan süreçlerden birini otomatize etmeyi hedeflemektedir.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289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1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7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5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2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F58A5752-E380-6311-9532-D2550237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Lego Tespiti ve Netleştirilmesi Projesi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DFD6CDB-3C76-A93B-5833-B02B77B09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46" y="3502458"/>
            <a:ext cx="6398912" cy="24692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r-TR" sz="2000" dirty="0"/>
              <a:t>Yapay Zeka ve Robotik Dönem Sonu Projesi</a:t>
            </a:r>
          </a:p>
          <a:p>
            <a:pPr>
              <a:lnSpc>
                <a:spcPct val="100000"/>
              </a:lnSpc>
            </a:pPr>
            <a:r>
              <a:rPr lang="tr-TR" sz="2000" dirty="0"/>
              <a:t>Hatice Çankaya 201805028</a:t>
            </a:r>
          </a:p>
          <a:p>
            <a:pPr>
              <a:lnSpc>
                <a:spcPct val="100000"/>
              </a:lnSpc>
            </a:pPr>
            <a:endParaRPr lang="tr-TR" sz="2000" dirty="0"/>
          </a:p>
          <a:p>
            <a:pPr>
              <a:lnSpc>
                <a:spcPct val="100000"/>
              </a:lnSpc>
            </a:pPr>
            <a:r>
              <a:rPr lang="tr-TR" sz="2000" dirty="0"/>
              <a:t>Aralık 2025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mor, macenta, renklilik, hafif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77C839-AD22-E79B-A2E9-C64387E65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1" r="47817"/>
          <a:stretch>
            <a:fillRect/>
          </a:stretch>
        </p:blipFill>
        <p:spPr>
          <a:xfrm>
            <a:off x="6779344" y="1"/>
            <a:ext cx="5435482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642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D3DC5E-C591-59C0-D1E1-053F4393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Neden Bu Projeye İhtiyaç Var?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825F12-89AD-E9A6-3BAE-E666E7620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Maddeler:</a:t>
            </a:r>
            <a:endParaRPr lang="tr-TR" dirty="0"/>
          </a:p>
          <a:p>
            <a:r>
              <a:rPr lang="tr-TR" dirty="0"/>
              <a:t>Geniş açılı veya uzaktan çekimlerde </a:t>
            </a:r>
            <a:r>
              <a:rPr lang="tr-TR" b="1" dirty="0"/>
              <a:t>piksel kaybı</a:t>
            </a:r>
            <a:r>
              <a:rPr lang="tr-TR" dirty="0"/>
              <a:t>.</a:t>
            </a:r>
          </a:p>
          <a:p>
            <a:r>
              <a:rPr lang="tr-TR" dirty="0"/>
              <a:t>Küçük nesnelerin (plaka, yüz, küçük objeler) tanınmaz hale gelmesi.</a:t>
            </a:r>
          </a:p>
          <a:p>
            <a:r>
              <a:rPr lang="tr-TR" dirty="0"/>
              <a:t>Klasik yöntemlerin (</a:t>
            </a:r>
            <a:r>
              <a:rPr lang="tr-TR" dirty="0" err="1"/>
              <a:t>Zoom</a:t>
            </a:r>
            <a:r>
              <a:rPr lang="tr-TR" dirty="0"/>
              <a:t> yapma) görüntüyü bulanıklaştırması.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4065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C81B12-E7D9-D309-2C8B-A6D6AF53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Çözüm Yaklaşımı (Hibrit Yöntem)</a:t>
            </a:r>
            <a:br>
              <a:rPr lang="tr-TR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11902B-798A-E7C1-1770-0A04BE627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Başlık:</a:t>
            </a:r>
            <a:r>
              <a:rPr lang="tr-TR" dirty="0"/>
              <a:t> İki Aşamalı Çözüm Mimarisi</a:t>
            </a:r>
          </a:p>
          <a:p>
            <a:pPr marL="0" indent="0">
              <a:buNone/>
            </a:pPr>
            <a:r>
              <a:rPr lang="tr-TR" b="1" dirty="0"/>
              <a:t>Maddeler:</a:t>
            </a:r>
            <a:endParaRPr lang="tr-TR" dirty="0"/>
          </a:p>
          <a:p>
            <a:pPr lvl="1"/>
            <a:r>
              <a:rPr lang="tr-TR" b="1" dirty="0"/>
              <a:t>Akıllı Tespit:</a:t>
            </a:r>
            <a:r>
              <a:rPr lang="tr-TR" dirty="0"/>
              <a:t> Tüm resmi değil, sadece nesneyi bul (</a:t>
            </a:r>
            <a:r>
              <a:rPr lang="tr-TR" b="1" dirty="0"/>
              <a:t>YOLOv8</a:t>
            </a:r>
            <a:r>
              <a:rPr lang="tr-TR" dirty="0"/>
              <a:t>).</a:t>
            </a:r>
          </a:p>
          <a:p>
            <a:pPr lvl="1"/>
            <a:r>
              <a:rPr lang="tr-TR" b="1" dirty="0"/>
              <a:t>Yapay Zeka ile Netleştirme:</a:t>
            </a:r>
            <a:r>
              <a:rPr lang="tr-TR" dirty="0"/>
              <a:t> Tespit edilen alanı yeniden çiz (</a:t>
            </a:r>
            <a:r>
              <a:rPr lang="tr-TR" b="1" dirty="0"/>
              <a:t>Real-ESRGAN</a:t>
            </a:r>
            <a:r>
              <a:rPr lang="tr-TR" dirty="0"/>
              <a:t>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5719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B02CA9-7BC5-269B-6994-608B8219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Kullanılan Teknolojiler</a:t>
            </a:r>
            <a:br>
              <a:rPr lang="tr-TR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AACA10A-F9B1-ADCE-66F5-880971CE5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Maddeler:</a:t>
            </a:r>
            <a:endParaRPr lang="tr-TR" dirty="0"/>
          </a:p>
          <a:p>
            <a:pPr lvl="1"/>
            <a:r>
              <a:rPr lang="tr-TR" b="1" dirty="0"/>
              <a:t>Dil:</a:t>
            </a:r>
            <a:r>
              <a:rPr lang="tr-TR" dirty="0"/>
              <a:t> Python 3.9</a:t>
            </a:r>
          </a:p>
          <a:p>
            <a:pPr lvl="1"/>
            <a:r>
              <a:rPr lang="tr-TR" b="1" dirty="0"/>
              <a:t>Tespit:</a:t>
            </a:r>
            <a:r>
              <a:rPr lang="tr-TR" dirty="0"/>
              <a:t> YOLOv8 (Nano model)</a:t>
            </a:r>
          </a:p>
          <a:p>
            <a:pPr lvl="1"/>
            <a:r>
              <a:rPr lang="tr-TR" b="1" dirty="0"/>
              <a:t>Süper Çözünürlük:</a:t>
            </a:r>
            <a:r>
              <a:rPr lang="tr-TR" dirty="0"/>
              <a:t> Real-ESRGAN (x4 </a:t>
            </a:r>
            <a:r>
              <a:rPr lang="tr-TR" dirty="0" err="1"/>
              <a:t>Upscaling</a:t>
            </a:r>
            <a:r>
              <a:rPr lang="tr-TR" dirty="0"/>
              <a:t>)</a:t>
            </a:r>
          </a:p>
          <a:p>
            <a:pPr lvl="1"/>
            <a:r>
              <a:rPr lang="tr-TR" b="1" dirty="0"/>
              <a:t>Arayüz:</a:t>
            </a:r>
            <a:r>
              <a:rPr lang="tr-TR" dirty="0"/>
              <a:t> </a:t>
            </a:r>
            <a:r>
              <a:rPr lang="tr-TR" dirty="0" err="1"/>
              <a:t>Streamlit</a:t>
            </a:r>
            <a:endParaRPr lang="tr-TR" dirty="0"/>
          </a:p>
          <a:p>
            <a:pPr lvl="1"/>
            <a:r>
              <a:rPr lang="tr-TR" b="1" dirty="0"/>
              <a:t>Test:</a:t>
            </a:r>
            <a:r>
              <a:rPr lang="tr-TR" dirty="0"/>
              <a:t> </a:t>
            </a:r>
            <a:r>
              <a:rPr lang="tr-TR" dirty="0" err="1"/>
              <a:t>Pytest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48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048892-87DC-0F97-AB05-FEEC8A44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 ve Veri Akışı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8547B6-FB9E-8C4A-DEA0-BDC69825E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Akış:</a:t>
            </a:r>
            <a:r>
              <a:rPr lang="tr-TR" dirty="0"/>
              <a:t> Girdi -&gt; YOLO -&gt; </a:t>
            </a:r>
            <a:r>
              <a:rPr lang="tr-TR" dirty="0" err="1"/>
              <a:t>Crop</a:t>
            </a:r>
            <a:r>
              <a:rPr lang="tr-TR" dirty="0"/>
              <a:t> (Kırpma) -&gt; SR Model -&gt; Çıktı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Sistemin çalışma mantığı şöyle: Kullanıcı resmi yükler. YOLO koordinatları verir. Sistem bu koordinatları otomatik olarak kırpar ve SR modeline gönderir. İşlenen parça arayüzde gösterilir.</a:t>
            </a:r>
          </a:p>
        </p:txBody>
      </p:sp>
    </p:spTree>
    <p:extLst>
      <p:ext uri="{BB962C8B-B14F-4D97-AF65-F5344CB8AC3E}">
        <p14:creationId xmlns:p14="http://schemas.microsoft.com/office/powerpoint/2010/main" val="120894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A85BE7-F5EE-0842-B0B4-FD7DB770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Arayüzü (UI)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829EAB-61AB-0F3C-298E-1FB7DEB21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1BE2CBD-943C-1740-F51E-BF34FB06C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9" y="2340131"/>
            <a:ext cx="8814662" cy="42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4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572916-C65A-F4AA-8549-5067789A0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Deneysel Sonuçlar</a:t>
            </a:r>
          </a:p>
        </p:txBody>
      </p:sp>
      <p:pic>
        <p:nvPicPr>
          <p:cNvPr id="4" name="İçerik Yer Tutucusu 3" descr="ekran görüntüsü, mekanik bulmac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8F9D913-7A2F-2B6C-0C49-5D2B04B10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8512" y="2339975"/>
            <a:ext cx="6649202" cy="356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4618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216</Words>
  <Application>Microsoft Office PowerPoint</Application>
  <PresentationFormat>Geniş ekran</PresentationFormat>
  <Paragraphs>30</Paragraphs>
  <Slides>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Aptos</vt:lpstr>
      <vt:lpstr>Arial</vt:lpstr>
      <vt:lpstr>Grandview</vt:lpstr>
      <vt:lpstr>Wingdings</vt:lpstr>
      <vt:lpstr>CosineVTI</vt:lpstr>
      <vt:lpstr>Lego Tespiti ve Netleştirilmesi Projesi</vt:lpstr>
      <vt:lpstr>Neden Bu Projeye İhtiyaç Var?</vt:lpstr>
      <vt:lpstr>Çözüm Yaklaşımı (Hibrit Yöntem) </vt:lpstr>
      <vt:lpstr>Kullanılan Teknolojiler </vt:lpstr>
      <vt:lpstr>Sistem Mimarisi ve Veri Akışı </vt:lpstr>
      <vt:lpstr>Kullanıcı Arayüzü (UI)</vt:lpstr>
      <vt:lpstr>Deneysel Sonuçlar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Hatice �ANKAYA</dc:creator>
  <cp:lastModifiedBy>Hatice �ANKAYA</cp:lastModifiedBy>
  <cp:revision>1</cp:revision>
  <dcterms:created xsi:type="dcterms:W3CDTF">2025-12-30T03:45:42Z</dcterms:created>
  <dcterms:modified xsi:type="dcterms:W3CDTF">2025-12-30T09:44:22Z</dcterms:modified>
</cp:coreProperties>
</file>